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67" r:id="rId14"/>
    <p:sldId id="268" r:id="rId15"/>
    <p:sldId id="275" r:id="rId16"/>
    <p:sldId id="269" r:id="rId17"/>
    <p:sldId id="270" r:id="rId18"/>
    <p:sldId id="273" r:id="rId19"/>
    <p:sldId id="272" r:id="rId20"/>
    <p:sldId id="274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694A3E-6806-5AC1-167A-076A8FDE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23B1325-249A-52EB-E245-BB85C2364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40C0169-A5FB-0AD9-F5FE-3FEB1869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965453-4DE1-11CA-FF0A-9AE0D301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912A2F8-B492-297A-B3CC-96B13569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939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5393AC-932C-47A5-83E9-E89D13E9E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8814BFD-89A4-75FB-1076-1B8C00A10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FBC8A44-41E3-7DA4-DA49-25486BCF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84E69B7-6718-4E73-9C31-F673B67F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E37FB3-61E9-C92F-3B06-485013B9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635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8859AF-BBE2-6BA6-5236-FB9FF867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9D0E7C9-162F-C254-0405-248198035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B847873-C5FA-2B55-175A-ABB28D85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DDED89-27BE-A6EA-E91A-18962C72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D2718B-301F-CEFA-E273-90A1DD33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464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C029CE-400B-9565-A994-EAEFE854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E6C6C0-209F-0CF3-DCF3-A576D16D0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ABDC85A-DAB5-4F94-BEBD-A1757F972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86B8FF9-29EA-C8ED-ED46-A0E82CC3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D855E85-777F-FA27-DB8B-96689A2F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F7E5487-47F6-3124-7DBC-82B64B2E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879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25375F-72E8-EBC9-F3E8-91EA8EF9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04B2D8A-7046-00DB-AC6E-25FA550F7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8FCAB65-E6BF-EA98-3648-5796B1594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C5CA01C-82C3-36AB-3D6C-39CFE1AFD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05EBFC3-255F-3101-5CB7-8A698561D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D43A482-03A4-E217-F6ED-B66A0F00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FC6A11E-A657-16F6-E5D1-E1D73712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5655624-DDCC-444E-BFF5-490FCAA8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992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1F63C3-A159-4598-914A-50A6FBADE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7148226-AEEE-87E3-17FE-178164CD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DE39EF4-F66D-AD17-0F0F-236A7DAB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DDB9EFD-7230-AA0F-CE77-1CC82BE3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82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01CDE9B7-42FC-2CAF-27DD-ECDFAC3E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042D12B-7F68-34F0-8B44-D4AC3986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BB4A3FE-22D9-9874-D7EF-6A983C57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972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B2DC31-7147-0732-8187-FAD9A1BF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D4A64D-F2B7-48AB-3A23-795B070F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29F3571-4E4E-332D-CE86-C7E8B482F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1DFB55F-7E44-2374-D47E-101D7E1E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0A80157-DAE0-A3A1-F212-8890A40F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5212DE5-6A0A-16C0-78C9-63481068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271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782F79-D9C8-E409-4B4B-A138ADFF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06F230C-4D6B-4BFD-34FB-851495DB7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D008A86-77FB-AAD9-4F1E-908FD32FA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6F550B4-9A31-E1F5-A3F4-1B52AFA30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92731AC-320F-A28B-6CAC-FA90E8B2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9BCFECA-20DE-135F-4B08-FBC1697E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919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2D8488-C4DA-4493-522C-4985DB6A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A30405A-8BE8-56E4-E9E7-1A693823D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7ED41A-82C0-485F-435F-330AD145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3AB5EBB-AABD-81F8-7C7F-C84A6628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FF65F83-B791-A786-94D0-2C0EEF20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33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D3EF257-E18C-9D02-037D-E001A13CF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8FB45A-C9B2-5DFF-0427-7CF3C35B5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873011A-6240-159E-4B11-CB97196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6BDDEE5-7A4C-8736-127A-B50878E7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EACF1A1-14EE-C516-F4F4-9872036B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190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CB2F5C2-FD62-67C2-A110-53ED8084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C559E21-B36A-B66D-C715-748BF1B07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0DF049-712C-627B-A546-1182D2531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122D9-EBFF-4D32-90C0-9E848AEEC746}" type="datetimeFigureOut">
              <a:rPr lang="tr-TR" smtClean="0"/>
              <a:t>23.12.2025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E7F61EC-99AE-7B2A-B92A-1BD74D97D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ACDE33-0283-347F-83E1-ECBBC60A7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53F43-2368-4E70-AAAD-C4275B5050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593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visualsvn.com/server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tortoisesvn.net/download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A474011-A49D-4C7A-BF41-0ACD0A26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C280C24-72F0-BD3C-BCBC-00C79AE29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44332"/>
            <a:ext cx="368503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SVN Server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TortoiseSVN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ile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Kurumsal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Sürüm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Kontrol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Sistemi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Kurulumu</a:t>
            </a:r>
            <a:endParaRPr lang="en-US" sz="2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Resim 4" descr="metin, yazı tipi, logo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A940CCE-D95C-5AA6-3E6B-DA31BB790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70" y="1141230"/>
            <a:ext cx="11164824" cy="1870107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482F23C-0A7D-8BA1-8C02-3A16EDF7A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4060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tr-TR" sz="1800" dirty="0"/>
              <a:t>Muhammed Yusuf NAHIRCI</a:t>
            </a:r>
          </a:p>
          <a:p>
            <a:pPr algn="l"/>
            <a:r>
              <a:rPr lang="tr-TR" sz="1800" dirty="0"/>
              <a:t>Sedat AVCI</a:t>
            </a:r>
          </a:p>
          <a:p>
            <a:pPr algn="l"/>
            <a:r>
              <a:rPr lang="tr-TR" sz="1800" dirty="0"/>
              <a:t>Enes MANGÜ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20349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5E0DA2C-373A-8BC8-C050-4407531D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SVN Server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İndirme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492FB2D-B814-9706-855C-542C80374D8D}"/>
              </a:ext>
            </a:extLst>
          </p:cNvPr>
          <p:cNvSpPr txBox="1"/>
          <p:nvPr/>
        </p:nvSpPr>
        <p:spPr>
          <a:xfrm>
            <a:off x="1882588" y="1311818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https://www.visualsvn.com/server/download/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İçerik Yer Tutucusu 4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285B65F-A00F-CA15-7C26-2BC239AE3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23363" y="2354239"/>
            <a:ext cx="7345274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8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299346E-2F84-F6A7-0F5D-8C04DB63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10047"/>
            <a:ext cx="3491993" cy="1645920"/>
          </a:xfrm>
        </p:spPr>
        <p:txBody>
          <a:bodyPr>
            <a:normAutofit/>
          </a:bodyPr>
          <a:lstStyle/>
          <a:p>
            <a:r>
              <a:rPr lang="en-US" sz="3500" dirty="0"/>
              <a:t>SVN Server</a:t>
            </a:r>
            <a:r>
              <a:rPr lang="tr-TR" sz="3500" dirty="0"/>
              <a:t> Kurulumu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1374024-6732-9669-8EBE-346E0E5F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tr-TR" sz="2500" dirty="0"/>
              <a:t>SVN Server kurulum adımları aşağıdaki gibidir.</a:t>
            </a:r>
            <a:endParaRPr lang="en-US" sz="2500" dirty="0"/>
          </a:p>
        </p:txBody>
      </p:sp>
      <p:pic>
        <p:nvPicPr>
          <p:cNvPr id="7" name="Resim 6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9CE29F6-681B-6355-3AF9-A831571A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465" y="2998175"/>
            <a:ext cx="3584448" cy="2802654"/>
          </a:xfrm>
          <a:prstGeom prst="rect">
            <a:avLst/>
          </a:prstGeom>
        </p:spPr>
      </p:pic>
      <p:pic>
        <p:nvPicPr>
          <p:cNvPr id="5" name="İçerik Yer Tutucusu 4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9023C76-327B-B80C-1367-47A9FCF48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5" y="2976645"/>
            <a:ext cx="3584448" cy="2794406"/>
          </a:xfrm>
          <a:prstGeom prst="rect">
            <a:avLst/>
          </a:prstGeom>
        </p:spPr>
      </p:pic>
      <p:pic>
        <p:nvPicPr>
          <p:cNvPr id="9" name="Resim 8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1E0389-DF1F-7F02-4325-91D861E2C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037053"/>
            <a:ext cx="3584448" cy="277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0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5549E48-55B4-43FA-96F3-A3F777E0F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7D84FB8-2092-0D9E-A464-E6D78B5B2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SVN Server </a:t>
            </a:r>
            <a:r>
              <a:rPr lang="en-US" sz="3600" dirty="0" err="1"/>
              <a:t>Kurulumu</a:t>
            </a:r>
            <a:endParaRPr lang="en-US" sz="36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241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Resim 8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357BFE4-475D-B01A-B30A-0618C72C2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351" y="2718889"/>
            <a:ext cx="3703320" cy="2897576"/>
          </a:xfrm>
          <a:prstGeom prst="rect">
            <a:avLst/>
          </a:prstGeom>
        </p:spPr>
      </p:pic>
      <p:pic>
        <p:nvPicPr>
          <p:cNvPr id="7" name="Resim 6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F57A9A7-F666-A21E-ACA8-95B5D52C1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40" y="2718889"/>
            <a:ext cx="3703320" cy="2894903"/>
          </a:xfrm>
          <a:prstGeom prst="rect">
            <a:avLst/>
          </a:prstGeom>
        </p:spPr>
      </p:pic>
      <p:pic>
        <p:nvPicPr>
          <p:cNvPr id="5" name="Resim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49A27BB-CA93-C374-BA0C-48526E4C8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29" y="2718889"/>
            <a:ext cx="3703320" cy="28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4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EFCDD12-96DD-70DD-D0AF-AA83272D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SVN Server Kurulumu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Resim 6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4278597-EBF8-57CD-9739-47EE0E45D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739" y="2035043"/>
            <a:ext cx="5327163" cy="4206240"/>
          </a:xfrm>
          <a:prstGeom prst="rect">
            <a:avLst/>
          </a:prstGeom>
        </p:spPr>
      </p:pic>
      <p:pic>
        <p:nvPicPr>
          <p:cNvPr id="5" name="Resim 4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63F29B2-79F2-E536-0FB3-159EDD49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0" y="2035043"/>
            <a:ext cx="5382655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8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B28CCCD-2554-278C-BA0C-61ECB62A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TortoiseSVN </a:t>
            </a:r>
            <a:r>
              <a:rPr lang="tr-TR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İndirme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00D61B5-8F48-A239-EFB9-06AD5FE25B2A}"/>
              </a:ext>
            </a:extLst>
          </p:cNvPr>
          <p:cNvSpPr txBox="1"/>
          <p:nvPr/>
        </p:nvSpPr>
        <p:spPr>
          <a:xfrm>
            <a:off x="1882588" y="1311818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https://tortoisesvn.net/downloads.html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İçerik Yer Tutucusu 4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2C7C424-59F4-BC8B-9675-FFD08614C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0365" y="2354239"/>
            <a:ext cx="7311269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4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0067B29-C54D-FCC2-967F-32344172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3500" dirty="0"/>
              <a:t>TortoiseSVN </a:t>
            </a:r>
            <a:r>
              <a:rPr lang="tr-TR" sz="3500" dirty="0"/>
              <a:t>Kurulumu</a:t>
            </a:r>
            <a:r>
              <a:rPr lang="en-US" sz="3500" dirty="0"/>
              <a:t> </a:t>
            </a:r>
            <a:endParaRPr lang="tr-TR" sz="3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F2D5FD1-6701-3609-2383-E47E30EA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n-US" sz="2500" dirty="0"/>
              <a:t>TortoiseSVN </a:t>
            </a:r>
            <a:r>
              <a:rPr lang="tr-TR" sz="2500" dirty="0"/>
              <a:t>kurulum adımları aşağıdaki gibidir.</a:t>
            </a:r>
            <a:r>
              <a:rPr lang="en-US" sz="2500" dirty="0"/>
              <a:t> </a:t>
            </a:r>
          </a:p>
        </p:txBody>
      </p:sp>
      <p:pic>
        <p:nvPicPr>
          <p:cNvPr id="7" name="Resim 6" descr="metin, elektronik donanım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4C09808-04A2-71D9-6BF6-4E92A42D6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528" y="2980855"/>
            <a:ext cx="3584448" cy="2810616"/>
          </a:xfrm>
          <a:prstGeom prst="rect">
            <a:avLst/>
          </a:prstGeom>
        </p:spPr>
      </p:pic>
      <p:pic>
        <p:nvPicPr>
          <p:cNvPr id="5" name="İçerik Yer Tutucusu 4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4B8160-3347-22CC-D248-B827DD04B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38" y="2992710"/>
            <a:ext cx="3584448" cy="2786907"/>
          </a:xfrm>
          <a:prstGeom prst="rect">
            <a:avLst/>
          </a:prstGeom>
        </p:spPr>
      </p:pic>
      <p:pic>
        <p:nvPicPr>
          <p:cNvPr id="9" name="Resim 8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609CE17-600A-1BB3-827F-65D04F1F3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4" y="3007808"/>
            <a:ext cx="3584448" cy="278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3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DB1E8DA-E835-5408-01F9-72F95044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TortoiseSVN Kurulumu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Resim 6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736CCA-1A28-6779-6F77-95E565250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672" y="2102721"/>
            <a:ext cx="5431536" cy="4070885"/>
          </a:xfrm>
          <a:prstGeom prst="rect">
            <a:avLst/>
          </a:prstGeom>
        </p:spPr>
      </p:pic>
      <p:pic>
        <p:nvPicPr>
          <p:cNvPr id="5" name="İçerik Yer Tutucusu 4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DDD1C01-3A18-8706-9F43-C0EFAB37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92" y="2102721"/>
            <a:ext cx="5431536" cy="407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EF347F2-79E3-1783-ECD1-D2A85577B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tr-TR" sz="2800" dirty="0"/>
              <a:t>SVN ile </a:t>
            </a:r>
            <a:r>
              <a:rPr lang="tr-TR" sz="2800" dirty="0" err="1"/>
              <a:t>Repository</a:t>
            </a:r>
            <a:r>
              <a:rPr lang="tr-TR" sz="2800" dirty="0"/>
              <a:t> Oluşturma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632A76-5DE7-E1C3-51CC-AE662A46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763" y="2076609"/>
            <a:ext cx="3663141" cy="3908586"/>
          </a:xfrm>
        </p:spPr>
        <p:txBody>
          <a:bodyPr>
            <a:normAutofit/>
          </a:bodyPr>
          <a:lstStyle/>
          <a:p>
            <a:r>
              <a:rPr lang="tr-TR" sz="2000" dirty="0"/>
              <a:t>Kurduğumuz </a:t>
            </a:r>
            <a:r>
              <a:rPr lang="tr-TR" sz="2000" dirty="0" err="1"/>
              <a:t>VisualSVN</a:t>
            </a:r>
            <a:r>
              <a:rPr lang="tr-TR" sz="2000" dirty="0"/>
              <a:t> Server uygulamasını açıyoruz. </a:t>
            </a:r>
          </a:p>
          <a:p>
            <a:r>
              <a:rPr lang="tr-TR" sz="2000" dirty="0"/>
              <a:t>Yeni </a:t>
            </a:r>
            <a:r>
              <a:rPr lang="tr-TR" sz="2000" dirty="0" err="1"/>
              <a:t>repository</a:t>
            </a:r>
            <a:r>
              <a:rPr lang="tr-TR" sz="2000" dirty="0"/>
              <a:t> oluşturuyoruz.</a:t>
            </a:r>
          </a:p>
          <a:p>
            <a:r>
              <a:rPr lang="tr-TR" sz="2000" dirty="0" err="1"/>
              <a:t>Import</a:t>
            </a:r>
            <a:r>
              <a:rPr lang="tr-TR" sz="2000" dirty="0"/>
              <a:t> edeceğimiz proje klasörünün içini </a:t>
            </a:r>
            <a:r>
              <a:rPr lang="tr-TR" sz="2000" dirty="0" err="1"/>
              <a:t>import</a:t>
            </a:r>
            <a:r>
              <a:rPr lang="tr-TR" sz="2000" dirty="0"/>
              <a:t> ettiği için repo adını ona göre seçiniz.</a:t>
            </a:r>
          </a:p>
          <a:p>
            <a:r>
              <a:rPr lang="tr-TR" sz="2000" b="1" dirty="0"/>
              <a:t>NOT: </a:t>
            </a:r>
            <a:r>
              <a:rPr lang="tr-TR" sz="2000" b="1" dirty="0" err="1"/>
              <a:t>TortoiseSVN</a:t>
            </a:r>
            <a:r>
              <a:rPr lang="tr-TR" sz="2000" b="1" dirty="0"/>
              <a:t> indirmez iseniz komutlar çalışmaz.</a:t>
            </a:r>
          </a:p>
        </p:txBody>
      </p:sp>
      <p:pic>
        <p:nvPicPr>
          <p:cNvPr id="5" name="Resim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DDEAC1C-44AF-A34C-6425-8D8457F51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955733"/>
            <a:ext cx="6155141" cy="49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3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5549E48-55B4-43FA-96F3-A3F777E0F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2CEB16A-9166-69F1-0F9E-AB4C1E98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SVN </a:t>
            </a:r>
            <a:r>
              <a:rPr lang="en-US" sz="3600" dirty="0" err="1"/>
              <a:t>ile</a:t>
            </a:r>
            <a:r>
              <a:rPr lang="en-US" sz="3600" dirty="0"/>
              <a:t> Repository </a:t>
            </a:r>
            <a:r>
              <a:rPr lang="en-US" sz="3600" dirty="0" err="1"/>
              <a:t>Oluşturma</a:t>
            </a:r>
            <a:r>
              <a:rPr lang="tr-TR" sz="3600" dirty="0"/>
              <a:t> </a:t>
            </a:r>
            <a:endParaRPr lang="en-US" sz="3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241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Resim 8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088DB90-5E7E-3F8D-E440-892049A9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215" y="2685162"/>
            <a:ext cx="3703320" cy="2946162"/>
          </a:xfrm>
          <a:prstGeom prst="rect">
            <a:avLst/>
          </a:prstGeom>
        </p:spPr>
      </p:pic>
      <p:pic>
        <p:nvPicPr>
          <p:cNvPr id="7" name="Resim 6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5E8C5D1-6F78-F7A8-59B7-A0DD814F4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40" y="2697008"/>
            <a:ext cx="3703320" cy="2938666"/>
          </a:xfrm>
          <a:prstGeom prst="rect">
            <a:avLst/>
          </a:prstGeom>
        </p:spPr>
      </p:pic>
      <p:pic>
        <p:nvPicPr>
          <p:cNvPr id="5" name="İçerik Yer Tutucusu 4" descr="metin, elektronik donanım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E7F6D74-F2B4-E271-2FFD-859A263E6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65" y="2718348"/>
            <a:ext cx="3703320" cy="29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91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32B8552-99E7-A1AD-F905-D6491600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SVN </a:t>
            </a:r>
            <a:r>
              <a:rPr lang="en-US" sz="3600" dirty="0" err="1"/>
              <a:t>ile</a:t>
            </a:r>
            <a:r>
              <a:rPr lang="en-US" sz="3600" dirty="0"/>
              <a:t> Repository </a:t>
            </a:r>
            <a:r>
              <a:rPr lang="en-US" sz="3600" dirty="0" err="1"/>
              <a:t>Oluşturma</a:t>
            </a:r>
            <a:r>
              <a:rPr lang="en-US" sz="36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Resim 6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DD255D5-6F1A-A8E2-F444-E61D26D20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882" y="2104093"/>
            <a:ext cx="5300721" cy="4206240"/>
          </a:xfrm>
          <a:prstGeom prst="rect">
            <a:avLst/>
          </a:prstGeom>
        </p:spPr>
      </p:pic>
      <p:pic>
        <p:nvPicPr>
          <p:cNvPr id="5" name="Resim 4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EB35F6C-6188-41AE-87BA-9F6A044B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7" y="2104093"/>
            <a:ext cx="5306334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5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D016F55-8662-99FB-D579-0371DCA9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Örnek Bir Proje Yükleme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57D96D3-B514-9E2A-342F-FD5208585C19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Burada örnek bir projemiz var.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Bu örnek projeyi Tortoise SVN ile repomuza ekleyeceğiz.</a:t>
            </a:r>
          </a:p>
        </p:txBody>
      </p:sp>
      <p:pic>
        <p:nvPicPr>
          <p:cNvPr id="7" name="İçerik Yer Tutucusu 6" descr="metin, yazılım, bilgisayar simg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7481FEF-2FCA-A6E1-609D-A9A98239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532" y="2734056"/>
            <a:ext cx="8197327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04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90A0987-DE1F-9F71-6E9F-5C131AC8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Proje Dosyasını Repository’e Ekleme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504A6D33-03C6-A31B-84E8-26DDC31CEF95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dosyamıza</a:t>
            </a:r>
            <a:r>
              <a:rPr lang="en-US" dirty="0"/>
              <a:t> </a:t>
            </a:r>
            <a:r>
              <a:rPr lang="en-US" dirty="0" err="1"/>
              <a:t>tıklayıp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seçenekleri</a:t>
            </a:r>
            <a:r>
              <a:rPr lang="en-US" dirty="0"/>
              <a:t> </a:t>
            </a:r>
            <a:r>
              <a:rPr lang="en-US" dirty="0" err="1"/>
              <a:t>gösterden</a:t>
            </a:r>
            <a:r>
              <a:rPr lang="en-US" dirty="0"/>
              <a:t> </a:t>
            </a:r>
            <a:r>
              <a:rPr lang="en-US" dirty="0" err="1"/>
              <a:t>TortiseSVN</a:t>
            </a:r>
            <a:r>
              <a:rPr lang="en-US" dirty="0"/>
              <a:t> ye </a:t>
            </a:r>
            <a:r>
              <a:rPr lang="en-US" dirty="0" err="1"/>
              <a:t>gelip</a:t>
            </a:r>
            <a:r>
              <a:rPr lang="en-US" dirty="0"/>
              <a:t> import </a:t>
            </a:r>
            <a:r>
              <a:rPr lang="en-US" dirty="0" err="1"/>
              <a:t>ediyoruz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Ama </a:t>
            </a:r>
            <a:r>
              <a:rPr lang="en-US" dirty="0" err="1"/>
              <a:t>dikkat</a:t>
            </a:r>
            <a:r>
              <a:rPr lang="en-US" dirty="0"/>
              <a:t> </a:t>
            </a:r>
            <a:r>
              <a:rPr lang="en-US" dirty="0" err="1"/>
              <a:t>edin</a:t>
            </a:r>
            <a:r>
              <a:rPr lang="en-US" dirty="0"/>
              <a:t> import </a:t>
            </a:r>
            <a:r>
              <a:rPr lang="en-US" dirty="0" err="1"/>
              <a:t>ederken</a:t>
            </a:r>
            <a:r>
              <a:rPr lang="en-US" dirty="0"/>
              <a:t> </a:t>
            </a:r>
            <a:r>
              <a:rPr lang="en-US" dirty="0" err="1"/>
              <a:t>klasörün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dosyaları</a:t>
            </a:r>
            <a:r>
              <a:rPr lang="en-US" dirty="0"/>
              <a:t> import </a:t>
            </a:r>
            <a:r>
              <a:rPr lang="en-US" dirty="0" err="1"/>
              <a:t>ediyor</a:t>
            </a:r>
            <a:r>
              <a:rPr lang="en-US" dirty="0"/>
              <a:t>.</a:t>
            </a:r>
            <a:r>
              <a:rPr lang="tr-TR" dirty="0"/>
              <a:t> </a:t>
            </a:r>
            <a:endParaRPr lang="en-US" dirty="0"/>
          </a:p>
        </p:txBody>
      </p:sp>
      <p:pic>
        <p:nvPicPr>
          <p:cNvPr id="11" name="Resim 10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FE4B69F-3209-070D-B294-82D608003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62" y="2729397"/>
            <a:ext cx="4135150" cy="3483864"/>
          </a:xfrm>
          <a:prstGeom prst="rect">
            <a:avLst/>
          </a:prstGeom>
        </p:spPr>
      </p:pic>
      <p:pic>
        <p:nvPicPr>
          <p:cNvPr id="9" name="Resim 8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BE5E61-197E-983A-3C99-0EDFC4F59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94" y="2729397"/>
            <a:ext cx="414745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7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DC860EB-E760-42CD-9BFA-E54D1AFC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Proje Dosyasını Repository’e Ekleme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AF47367-8996-6E05-B783-E7E0F71918D6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İmport edeceğimiz zaman bizden bir url istiyor.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Url içinse VisualSVN den Repository’mize sağ tıklayıp URL mizi kopyalıyoruz.</a:t>
            </a:r>
          </a:p>
        </p:txBody>
      </p:sp>
      <p:pic>
        <p:nvPicPr>
          <p:cNvPr id="5" name="İçerik Yer Tutucusu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C1CFCFC-06A5-6E12-373A-62246F8AE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21" y="2676139"/>
            <a:ext cx="4934649" cy="3875378"/>
          </a:xfrm>
          <a:prstGeom prst="rect">
            <a:avLst/>
          </a:prstGeom>
        </p:spPr>
      </p:pic>
      <p:pic>
        <p:nvPicPr>
          <p:cNvPr id="7" name="Resim 6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54A5B56-82B1-4C46-F8B9-8AD2F726B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92" y="2647852"/>
            <a:ext cx="5310846" cy="391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4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EB290FF-52C5-597F-74BB-B34056BE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Repository Yolu Kopyalarken Kullanıcı Oluşturma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3A5D0A5C-48EC-FF9A-9225-394669FA985C}"/>
              </a:ext>
            </a:extLst>
          </p:cNvPr>
          <p:cNvSpPr txBox="1"/>
          <p:nvPr/>
        </p:nvSpPr>
        <p:spPr>
          <a:xfrm>
            <a:off x="4581144" y="510047"/>
            <a:ext cx="68580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Repository URL </a:t>
            </a:r>
            <a:r>
              <a:rPr lang="en-US" dirty="0" err="1"/>
              <a:t>kopyalarken</a:t>
            </a:r>
            <a:r>
              <a:rPr lang="en-US" dirty="0"/>
              <a:t> </a:t>
            </a:r>
            <a:r>
              <a:rPr lang="en-US" dirty="0" err="1"/>
              <a:t>bizden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oluşturmamızı</a:t>
            </a:r>
            <a:r>
              <a:rPr lang="en-US" dirty="0"/>
              <a:t> </a:t>
            </a:r>
            <a:r>
              <a:rPr lang="en-US" dirty="0" err="1"/>
              <a:t>istiyor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Sade</a:t>
            </a:r>
            <a:r>
              <a:rPr lang="tr-TR"/>
              <a:t>c</a:t>
            </a:r>
            <a:r>
              <a:rPr lang="en-US"/>
              <a:t>e </a:t>
            </a:r>
            <a:r>
              <a:rPr lang="en-US" dirty="0" err="1"/>
              <a:t>oluşturduğumuz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web </a:t>
            </a:r>
            <a:r>
              <a:rPr lang="en-US" dirty="0" err="1"/>
              <a:t>arayüzünden</a:t>
            </a:r>
            <a:r>
              <a:rPr lang="en-US" dirty="0"/>
              <a:t> </a:t>
            </a:r>
            <a:r>
              <a:rPr lang="en-US" dirty="0" err="1"/>
              <a:t>Repositroy’imize</a:t>
            </a:r>
            <a:r>
              <a:rPr lang="en-US" dirty="0"/>
              <a:t> </a:t>
            </a:r>
            <a:r>
              <a:rPr lang="en-US" dirty="0" err="1"/>
              <a:t>ulaşabiliriz</a:t>
            </a:r>
            <a:r>
              <a:rPr lang="en-US" dirty="0"/>
              <a:t>.</a:t>
            </a:r>
          </a:p>
        </p:txBody>
      </p:sp>
      <p:pic>
        <p:nvPicPr>
          <p:cNvPr id="7" name="Resim 6" descr="metin, yazılım, bilgisayar simgesi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E21E76D-FF05-6C0D-30CA-8B48F377A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0" r="16816" b="1"/>
          <a:stretch>
            <a:fillRect/>
          </a:stretch>
        </p:blipFill>
        <p:spPr>
          <a:xfrm>
            <a:off x="557791" y="2606462"/>
            <a:ext cx="3654286" cy="3710234"/>
          </a:xfrm>
          <a:prstGeom prst="rect">
            <a:avLst/>
          </a:prstGeom>
        </p:spPr>
      </p:pic>
      <p:pic>
        <p:nvPicPr>
          <p:cNvPr id="5" name="İçerik Yer Tutucusu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A93241B-4325-FD46-54FD-F30C51215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6" r="15959" b="-2"/>
          <a:stretch>
            <a:fillRect/>
          </a:stretch>
        </p:blipFill>
        <p:spPr>
          <a:xfrm>
            <a:off x="4325625" y="2606480"/>
            <a:ext cx="3654300" cy="3710216"/>
          </a:xfrm>
          <a:prstGeom prst="rect">
            <a:avLst/>
          </a:prstGeom>
        </p:spPr>
      </p:pic>
      <p:pic>
        <p:nvPicPr>
          <p:cNvPr id="9" name="Resim 8" descr="metin, ekran görüntüsü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392E74E-7658-DD4B-D540-55F4D24D9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r="14282" b="-4"/>
          <a:stretch>
            <a:fillRect/>
          </a:stretch>
        </p:blipFill>
        <p:spPr>
          <a:xfrm>
            <a:off x="8137424" y="2606462"/>
            <a:ext cx="3654286" cy="371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18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83AF890-51D6-3A37-5356-399D6DB4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Proje Dosyasını Repository’e Ekleme Sonucu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İçerik Yer Tutucusu 7">
            <a:extLst>
              <a:ext uri="{FF2B5EF4-FFF2-40B4-BE49-F238E27FC236}">
                <a16:creationId xmlns:a16="http://schemas.microsoft.com/office/drawing/2014/main" id="{559F78C1-E899-0405-850F-F899EED6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/>
              <a:t>Projemizi import </a:t>
            </a:r>
            <a:r>
              <a:rPr lang="en-US" sz="1800" dirty="0" err="1"/>
              <a:t>edip</a:t>
            </a:r>
            <a:r>
              <a:rPr lang="en-US" sz="1800" dirty="0"/>
              <a:t>, </a:t>
            </a:r>
            <a:r>
              <a:rPr lang="en-US" sz="1800" dirty="0" err="1"/>
              <a:t>tamamlandığında</a:t>
            </a:r>
            <a:r>
              <a:rPr lang="en-US" sz="1800" dirty="0"/>
              <a:t> </a:t>
            </a:r>
            <a:r>
              <a:rPr lang="en-US" sz="1800" dirty="0" err="1"/>
              <a:t>bu</a:t>
            </a:r>
            <a:r>
              <a:rPr lang="en-US" sz="1800" dirty="0"/>
              <a:t> </a:t>
            </a:r>
            <a:r>
              <a:rPr lang="en-US" sz="1800" dirty="0" err="1"/>
              <a:t>şekilde</a:t>
            </a:r>
            <a:r>
              <a:rPr lang="en-US" sz="1800" dirty="0"/>
              <a:t> «Completed» </a:t>
            </a:r>
            <a:r>
              <a:rPr lang="en-US" sz="1800" dirty="0" err="1"/>
              <a:t>olarak</a:t>
            </a:r>
            <a:r>
              <a:rPr lang="en-US" sz="1800" dirty="0"/>
              <a:t> </a:t>
            </a:r>
            <a:r>
              <a:rPr lang="en-US" sz="1800" dirty="0" err="1"/>
              <a:t>görünür</a:t>
            </a:r>
            <a:r>
              <a:rPr lang="en-US" sz="1800" dirty="0"/>
              <a:t>.</a:t>
            </a:r>
          </a:p>
        </p:txBody>
      </p:sp>
      <p:pic>
        <p:nvPicPr>
          <p:cNvPr id="6" name="Resim 5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D808FFA-C422-6DCB-4C0D-D09048AF9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7" r="1" b="28259"/>
          <a:stretch>
            <a:fillRect/>
          </a:stretch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75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9AA315C-19F2-C630-A94C-0283A035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Oluşturduğumuz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Repository Son Hali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İçerik Yer Tutucusu 4" descr="ekran görüntüsü, metin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40B46F0-7DD6-1EDD-1DB3-4ED2FC688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1288" y="2091095"/>
            <a:ext cx="5192888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09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D29D5-518E-7406-95EF-889D81F9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CD504B3E-2155-480C-A1E5-DBFD02C5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1585B0F-8365-FCF0-7211-61312932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Repository’i Webde Açma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14FA813-CE49-BF63-33F7-B554B0096352}"/>
              </a:ext>
            </a:extLst>
          </p:cNvPr>
          <p:cNvSpPr txBox="1"/>
          <p:nvPr/>
        </p:nvSpPr>
        <p:spPr>
          <a:xfrm>
            <a:off x="5349240" y="586822"/>
            <a:ext cx="6007608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Repomuz bu şekilde web arayüzünden açıyoruz.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Bizden oluşturduğumuz kullanıcı adı ve şifremizi girerek giriş yapabiliriz.</a:t>
            </a:r>
          </a:p>
        </p:txBody>
      </p:sp>
      <p:pic>
        <p:nvPicPr>
          <p:cNvPr id="3" name="İçerik Yer Tutucusu 8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96E792A-860E-8557-8225-BF0C4303C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90" r="-5" b="-5"/>
          <a:stretch>
            <a:fillRect/>
          </a:stretch>
        </p:blipFill>
        <p:spPr>
          <a:xfrm>
            <a:off x="557791" y="2734056"/>
            <a:ext cx="4326599" cy="3483864"/>
          </a:xfrm>
          <a:prstGeom prst="rect">
            <a:avLst/>
          </a:prstGeom>
        </p:spPr>
      </p:pic>
      <p:pic>
        <p:nvPicPr>
          <p:cNvPr id="7" name="Resim 6" descr="ekran görüntüsü, yazılım, multimedya yazılımı, grafik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4EC2CA-5C85-0AC3-C6CA-126389091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8" r="3221" b="2"/>
          <a:stretch>
            <a:fillRect/>
          </a:stretch>
        </p:blipFill>
        <p:spPr>
          <a:xfrm>
            <a:off x="5074877" y="2729397"/>
            <a:ext cx="6646980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1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E62D8D1-B2AD-9E6B-8CA6-44976087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Repository’i Webde Gösterimi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Resim 5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715FBBD-6845-30C8-4163-080555665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132" y="2515441"/>
            <a:ext cx="5633055" cy="3379833"/>
          </a:xfrm>
          <a:prstGeom prst="rect">
            <a:avLst/>
          </a:prstGeom>
        </p:spPr>
      </p:pic>
      <p:pic>
        <p:nvPicPr>
          <p:cNvPr id="9" name="Resim 8" descr="metin, yazılım, bilgisayar simgesi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569666D-3E3E-70EB-8A1B-864AFDA00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03" y="2515441"/>
            <a:ext cx="5633055" cy="337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12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1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484080B-1E36-628A-578A-9C926145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Bizi Dinlediğiniz için Teşekkürler</a:t>
            </a:r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56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260</Words>
  <Application>Microsoft Office PowerPoint</Application>
  <PresentationFormat>Geniş ekran</PresentationFormat>
  <Paragraphs>42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Teması</vt:lpstr>
      <vt:lpstr>SVN Server ve TortoiseSVN ile Kurumsal Sürüm Kontrol Sistemi Kurulumu</vt:lpstr>
      <vt:lpstr>SVN Server İndirme</vt:lpstr>
      <vt:lpstr>SVN Server Kurulumu</vt:lpstr>
      <vt:lpstr>SVN Server Kurulumu</vt:lpstr>
      <vt:lpstr>SVN Server Kurulumu</vt:lpstr>
      <vt:lpstr>TortoiseSVN İndirme </vt:lpstr>
      <vt:lpstr>TortoiseSVN Kurulumu </vt:lpstr>
      <vt:lpstr>TortoiseSVN Kurulumu </vt:lpstr>
      <vt:lpstr>SVN ile Repository Oluşturma</vt:lpstr>
      <vt:lpstr>SVN ile Repository Oluşturma </vt:lpstr>
      <vt:lpstr>SVN ile Repository Oluşturma </vt:lpstr>
      <vt:lpstr>Örnek Bir Proje Yükleme</vt:lpstr>
      <vt:lpstr>Proje Dosyasını Repository’e Ekleme</vt:lpstr>
      <vt:lpstr>Proje Dosyasını Repository’e Ekleme</vt:lpstr>
      <vt:lpstr>Repository Yolu Kopyalarken Kullanıcı Oluşturma</vt:lpstr>
      <vt:lpstr>Proje Dosyasını Repository’e Ekleme Sonucu</vt:lpstr>
      <vt:lpstr>Oluşturduğumuz Repository Son Hali</vt:lpstr>
      <vt:lpstr>Repository’i Webde Açma</vt:lpstr>
      <vt:lpstr>Repository’i Webde Gösterimi</vt:lpstr>
      <vt:lpstr>Bizi Dinlediğiniz için 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sedat avcı</dc:creator>
  <cp:lastModifiedBy>sedat avcı</cp:lastModifiedBy>
  <cp:revision>13</cp:revision>
  <dcterms:created xsi:type="dcterms:W3CDTF">2025-12-21T17:27:08Z</dcterms:created>
  <dcterms:modified xsi:type="dcterms:W3CDTF">2025-12-23T18:33:47Z</dcterms:modified>
</cp:coreProperties>
</file>